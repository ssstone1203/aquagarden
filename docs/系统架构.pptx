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7EAED-A5AB-4A81-BEEC-0BB00A460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9BB9F8-93B2-5D3F-898E-5E78FE49B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535F5-9FCB-750E-CCB3-93E207F2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59E2B-5C96-E5BE-7FD9-A5C2271B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E66900-E5AE-85DA-92C4-70300E8F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9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6A6B8-82AF-B555-76D0-9B5A413C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67537-2A15-D093-CC32-D3D85D59D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CAF8F-1ED1-2549-26FA-006F2984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936BB-ED25-E37F-3A47-E2C405E1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1840E-DA34-E754-037E-E39BD640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66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FF358-938A-0890-3BCF-F3CAA837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ADA575-B90D-B3F9-8700-C4693A6B6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F62F1-FACB-007C-A8A1-C5526C48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EB635-E1F4-C96B-CC87-173D1123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647E3-42A0-1A7B-3D5D-DFAA2C4E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49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0FE4C-857B-3E92-DB38-238C5279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57F-3CE4-58D7-B367-4E1D85E00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A1B47-174C-9E78-6AAA-3F6F479D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DC5131-373D-74E6-54AA-203C1F7E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FB56A9-2184-D46E-B1D4-206A2B8D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C60841-C2E8-5A5D-23E8-281E07AD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79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E9A7E-814E-BBF3-44D6-5B662CD2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8BAEA1-DD20-244F-B8B2-3B40A15ED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6AE366-3416-15EA-4D2B-271815BB4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408082-7FD3-659E-D5DB-E9EA0D4C8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AEC553-942C-9C77-527B-9E56131D2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AEF45E-FE5D-9E6E-1DBC-784E6F80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259465-C059-F041-6A59-9026DF9D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5C2B9A-814A-AB8F-23F1-6325B75B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5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92E9B-6EB3-6DB9-66FA-AF9744B2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272B01-2674-743B-7330-02C437A6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78D1D6-4345-5678-DC04-AC595AC6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22A9AE-E45B-3226-BD0F-18F0D902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6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34433B-20C8-94F8-83C3-A45A6E1D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E4408A-404B-817E-59C3-59DDE326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BDA471-EE75-8308-046C-D76A9DF5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286D7-EEC5-C424-BACB-F0CFEDE5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05E3D1-3F54-AABE-D5B7-D70536F9F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BF3D39-6F33-AB63-4C5E-636ADD3DA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16FC05-3D43-EE1E-2D7B-AEC5690A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41FA6-12AD-2AAC-8DFE-38197F4A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B51E0-3A5B-A02F-2379-45B16288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4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3823C-E041-6F6B-5207-C4D627A7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160992-2BB2-30F6-04F3-63EC18E79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8D9940-1CAB-0595-3C45-4FB6E57BA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E641CE-6288-A23A-4B6F-6B92E221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14984E-E1BE-B5A7-3837-3D27E503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3C0811-3005-3D9A-4120-25EA9F3A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10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F0F32-4A1A-A2D5-890D-3D903F09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5FDD35-A52A-EA78-DDB0-47A0633DC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943F9-EACC-9CFE-B29C-29886EEE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2AD6D-F82E-BB7F-D4C1-C5595CBA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AAF3B-541B-BC3C-38F1-C4ACC6DB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79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40C4A6-B32C-0599-4D7B-EA4204C46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C1A532-6821-1409-7E20-DD442CE3E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8A108E-33B4-5367-9D1F-B90AA09D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BB2B8-C395-0895-7D35-F0424A28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75E9A-D169-E164-BCBB-7CF3610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77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682E30-C933-FBF5-AC00-D908D08F9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F3017-2CA4-2907-5A70-3DB15E8C8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656F8-DC30-6B3A-7BC8-E2B81A1ED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1CE54-7B3F-448E-ACC3-646806B7FDC1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D5988-4413-C209-84AE-13D9DDBB5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8D7A0-5855-EBAE-BECE-907D822DA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108DC-742D-46F8-B038-D78494483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81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6192CBA-577C-D967-F55E-5D0A527AF021}"/>
              </a:ext>
            </a:extLst>
          </p:cNvPr>
          <p:cNvSpPr/>
          <p:nvPr/>
        </p:nvSpPr>
        <p:spPr>
          <a:xfrm>
            <a:off x="4832965" y="613843"/>
            <a:ext cx="1517716" cy="8389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5D89DD2-7123-9DE7-157A-3E8EC91217F5}"/>
              </a:ext>
            </a:extLst>
          </p:cNvPr>
          <p:cNvCxnSpPr>
            <a:cxnSpLocks/>
          </p:cNvCxnSpPr>
          <p:nvPr/>
        </p:nvCxnSpPr>
        <p:spPr>
          <a:xfrm>
            <a:off x="5379720" y="1452828"/>
            <a:ext cx="0" cy="35821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CC89AF4-E504-90C0-A593-76C0269E4E80}"/>
              </a:ext>
            </a:extLst>
          </p:cNvPr>
          <p:cNvCxnSpPr>
            <a:cxnSpLocks/>
          </p:cNvCxnSpPr>
          <p:nvPr/>
        </p:nvCxnSpPr>
        <p:spPr>
          <a:xfrm>
            <a:off x="5822780" y="1452828"/>
            <a:ext cx="0" cy="35821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BEDB009-ED5D-ACFB-A03D-55F58C9D3E11}"/>
              </a:ext>
            </a:extLst>
          </p:cNvPr>
          <p:cNvCxnSpPr>
            <a:cxnSpLocks/>
          </p:cNvCxnSpPr>
          <p:nvPr/>
        </p:nvCxnSpPr>
        <p:spPr>
          <a:xfrm>
            <a:off x="3388995" y="1811046"/>
            <a:ext cx="436245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62F8E10A-4251-3119-55D3-E77640D81902}"/>
              </a:ext>
            </a:extLst>
          </p:cNvPr>
          <p:cNvSpPr/>
          <p:nvPr/>
        </p:nvSpPr>
        <p:spPr>
          <a:xfrm>
            <a:off x="4154826" y="2340715"/>
            <a:ext cx="1224894" cy="465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4780DC-0B74-9947-9CBF-0C13E8C9CB67}"/>
              </a:ext>
            </a:extLst>
          </p:cNvPr>
          <p:cNvSpPr/>
          <p:nvPr/>
        </p:nvSpPr>
        <p:spPr>
          <a:xfrm>
            <a:off x="5822780" y="2340715"/>
            <a:ext cx="1224894" cy="465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16AFE2-A282-20CF-72A0-72E0C8B3E8CB}"/>
              </a:ext>
            </a:extLst>
          </p:cNvPr>
          <p:cNvSpPr/>
          <p:nvPr/>
        </p:nvSpPr>
        <p:spPr>
          <a:xfrm>
            <a:off x="4154826" y="3158490"/>
            <a:ext cx="2892848" cy="1466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05A0006-7F78-5559-D781-F05EF1F76BEB}"/>
              </a:ext>
            </a:extLst>
          </p:cNvPr>
          <p:cNvSpPr/>
          <p:nvPr/>
        </p:nvSpPr>
        <p:spPr>
          <a:xfrm>
            <a:off x="1464944" y="2339856"/>
            <a:ext cx="1009650" cy="4656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B3EB837-0E90-1C39-34C1-941E10A37CD3}"/>
              </a:ext>
            </a:extLst>
          </p:cNvPr>
          <p:cNvSpPr/>
          <p:nvPr/>
        </p:nvSpPr>
        <p:spPr>
          <a:xfrm>
            <a:off x="1643462" y="2471831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4BE9052-F600-36C7-F207-7F62A79A38C6}"/>
              </a:ext>
            </a:extLst>
          </p:cNvPr>
          <p:cNvSpPr/>
          <p:nvPr/>
        </p:nvSpPr>
        <p:spPr>
          <a:xfrm>
            <a:off x="2093592" y="2471831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84C441B-6FD6-A61E-CF88-BD05320F0A16}"/>
              </a:ext>
            </a:extLst>
          </p:cNvPr>
          <p:cNvSpPr/>
          <p:nvPr/>
        </p:nvSpPr>
        <p:spPr>
          <a:xfrm>
            <a:off x="8561071" y="2340715"/>
            <a:ext cx="1009650" cy="4656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EA40DB8-5579-13B5-6953-4F2ABDD8FC53}"/>
              </a:ext>
            </a:extLst>
          </p:cNvPr>
          <p:cNvSpPr/>
          <p:nvPr/>
        </p:nvSpPr>
        <p:spPr>
          <a:xfrm>
            <a:off x="8751570" y="2472689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DDB36A3-9D34-A957-758E-7D82B7025996}"/>
              </a:ext>
            </a:extLst>
          </p:cNvPr>
          <p:cNvSpPr/>
          <p:nvPr/>
        </p:nvSpPr>
        <p:spPr>
          <a:xfrm>
            <a:off x="9170669" y="2472690"/>
            <a:ext cx="228600" cy="20002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D922263-15CA-98AB-5D78-987B28740AFB}"/>
              </a:ext>
            </a:extLst>
          </p:cNvPr>
          <p:cNvCxnSpPr/>
          <p:nvPr/>
        </p:nvCxnSpPr>
        <p:spPr>
          <a:xfrm>
            <a:off x="1958476" y="4224771"/>
            <a:ext cx="0" cy="666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60A07DE-724A-C12A-7996-2218F363806D}"/>
              </a:ext>
            </a:extLst>
          </p:cNvPr>
          <p:cNvCxnSpPr/>
          <p:nvPr/>
        </p:nvCxnSpPr>
        <p:spPr>
          <a:xfrm>
            <a:off x="2303834" y="4224771"/>
            <a:ext cx="0" cy="666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7F8A058-164A-5D9A-D843-7CB20EBC3A07}"/>
              </a:ext>
            </a:extLst>
          </p:cNvPr>
          <p:cNvCxnSpPr/>
          <p:nvPr/>
        </p:nvCxnSpPr>
        <p:spPr>
          <a:xfrm>
            <a:off x="1799009" y="3939021"/>
            <a:ext cx="159467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20895FE-C9E9-B5A7-FD35-479C70112255}"/>
              </a:ext>
            </a:extLst>
          </p:cNvPr>
          <p:cNvCxnSpPr>
            <a:cxnSpLocks/>
          </p:cNvCxnSpPr>
          <p:nvPr/>
        </p:nvCxnSpPr>
        <p:spPr>
          <a:xfrm>
            <a:off x="2117943" y="3872346"/>
            <a:ext cx="185891" cy="3524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4C318BE-3332-C5E2-DE83-ADA2FBBA82AF}"/>
              </a:ext>
            </a:extLst>
          </p:cNvPr>
          <p:cNvCxnSpPr/>
          <p:nvPr/>
        </p:nvCxnSpPr>
        <p:spPr>
          <a:xfrm>
            <a:off x="1551358" y="3872346"/>
            <a:ext cx="247651" cy="66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742E761-B99B-17A9-0E7D-75630F88A234}"/>
              </a:ext>
            </a:extLst>
          </p:cNvPr>
          <p:cNvCxnSpPr/>
          <p:nvPr/>
        </p:nvCxnSpPr>
        <p:spPr>
          <a:xfrm>
            <a:off x="1465634" y="3548496"/>
            <a:ext cx="85724" cy="323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FF42C08-F1E9-86D0-F98D-517F42D3B6B1}"/>
              </a:ext>
            </a:extLst>
          </p:cNvPr>
          <p:cNvCxnSpPr>
            <a:cxnSpLocks/>
          </p:cNvCxnSpPr>
          <p:nvPr/>
        </p:nvCxnSpPr>
        <p:spPr>
          <a:xfrm flipH="1">
            <a:off x="2117943" y="3629199"/>
            <a:ext cx="62063" cy="2431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930C4BD-5E06-03C6-2010-3D5467B45D43}"/>
              </a:ext>
            </a:extLst>
          </p:cNvPr>
          <p:cNvCxnSpPr/>
          <p:nvPr/>
        </p:nvCxnSpPr>
        <p:spPr>
          <a:xfrm>
            <a:off x="1878742" y="3434196"/>
            <a:ext cx="301264" cy="195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立方体 45">
            <a:extLst>
              <a:ext uri="{FF2B5EF4-FFF2-40B4-BE49-F238E27FC236}">
                <a16:creationId xmlns:a16="http://schemas.microsoft.com/office/drawing/2014/main" id="{A7A7BED7-9453-F6EE-EDC7-649C0C5CE327}"/>
              </a:ext>
            </a:extLst>
          </p:cNvPr>
          <p:cNvSpPr/>
          <p:nvPr/>
        </p:nvSpPr>
        <p:spPr>
          <a:xfrm>
            <a:off x="8218170" y="3482340"/>
            <a:ext cx="1657350" cy="1142999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F503D4D-7C6F-5F83-8132-F43FBC1CA0B0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2474594" y="2572701"/>
            <a:ext cx="1680232" cy="8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7D3FC22-8D09-EC83-3C70-20091F62670F}"/>
              </a:ext>
            </a:extLst>
          </p:cNvPr>
          <p:cNvCxnSpPr/>
          <p:nvPr/>
        </p:nvCxnSpPr>
        <p:spPr>
          <a:xfrm flipV="1">
            <a:off x="4417695" y="1811046"/>
            <a:ext cx="0" cy="528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D3A55F1-550C-A2D9-F552-606473917AB8}"/>
              </a:ext>
            </a:extLst>
          </p:cNvPr>
          <p:cNvCxnSpPr>
            <a:stCxn id="24" idx="1"/>
            <a:endCxn id="15" idx="3"/>
          </p:cNvCxnSpPr>
          <p:nvPr/>
        </p:nvCxnSpPr>
        <p:spPr>
          <a:xfrm flipH="1">
            <a:off x="7047674" y="2573560"/>
            <a:ext cx="15133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F7E3F71-AB3E-A368-346F-E9AFDE3938F6}"/>
              </a:ext>
            </a:extLst>
          </p:cNvPr>
          <p:cNvCxnSpPr/>
          <p:nvPr/>
        </p:nvCxnSpPr>
        <p:spPr>
          <a:xfrm flipV="1">
            <a:off x="6798945" y="1811046"/>
            <a:ext cx="0" cy="528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92176CA-620B-32E3-F98F-990EB1DA8299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4760595" y="1811046"/>
            <a:ext cx="6678" cy="5296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6578593-1065-F634-F527-6C75D82118C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4767273" y="2806405"/>
            <a:ext cx="0" cy="3520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632A35BF-B548-E8BD-8E01-ABBA83BE2025}"/>
              </a:ext>
            </a:extLst>
          </p:cNvPr>
          <p:cNvCxnSpPr>
            <a:cxnSpLocks/>
          </p:cNvCxnSpPr>
          <p:nvPr/>
        </p:nvCxnSpPr>
        <p:spPr>
          <a:xfrm>
            <a:off x="2400300" y="3482340"/>
            <a:ext cx="17545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F10AF4A4-7414-C7BB-1D49-903C50CF1926}"/>
              </a:ext>
            </a:extLst>
          </p:cNvPr>
          <p:cNvCxnSpPr>
            <a:cxnSpLocks/>
          </p:cNvCxnSpPr>
          <p:nvPr/>
        </p:nvCxnSpPr>
        <p:spPr>
          <a:xfrm>
            <a:off x="5059680" y="1811046"/>
            <a:ext cx="0" cy="5288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8932A417-6AF2-07AE-B6C6-065166C45132}"/>
              </a:ext>
            </a:extLst>
          </p:cNvPr>
          <p:cNvCxnSpPr/>
          <p:nvPr/>
        </p:nvCxnSpPr>
        <p:spPr>
          <a:xfrm>
            <a:off x="5059680" y="2805546"/>
            <a:ext cx="0" cy="3529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82C9DBDD-E7E4-69DE-1254-EC4BBB907A46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2413981" y="3891915"/>
            <a:ext cx="17408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402F076D-F70A-996B-6F93-590CF7344EEC}"/>
              </a:ext>
            </a:extLst>
          </p:cNvPr>
          <p:cNvCxnSpPr>
            <a:cxnSpLocks/>
          </p:cNvCxnSpPr>
          <p:nvPr/>
        </p:nvCxnSpPr>
        <p:spPr>
          <a:xfrm>
            <a:off x="6118860" y="1811046"/>
            <a:ext cx="0" cy="5288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3DB9688-5131-3C94-50F0-055480BAFF50}"/>
              </a:ext>
            </a:extLst>
          </p:cNvPr>
          <p:cNvCxnSpPr/>
          <p:nvPr/>
        </p:nvCxnSpPr>
        <p:spPr>
          <a:xfrm>
            <a:off x="6118860" y="2805546"/>
            <a:ext cx="0" cy="3529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28B92B72-EA4C-066F-72DC-E854D873E861}"/>
              </a:ext>
            </a:extLst>
          </p:cNvPr>
          <p:cNvCxnSpPr/>
          <p:nvPr/>
        </p:nvCxnSpPr>
        <p:spPr>
          <a:xfrm>
            <a:off x="7047674" y="3891396"/>
            <a:ext cx="10600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DBC12D9C-B8C9-5B0E-0B02-CA879BA7512C}"/>
              </a:ext>
            </a:extLst>
          </p:cNvPr>
          <p:cNvCxnSpPr>
            <a:stCxn id="15" idx="0"/>
          </p:cNvCxnSpPr>
          <p:nvPr/>
        </p:nvCxnSpPr>
        <p:spPr>
          <a:xfrm flipV="1">
            <a:off x="6435227" y="1811046"/>
            <a:ext cx="0" cy="5296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26F064D1-96C6-BF12-D333-2D30A75CA86A}"/>
              </a:ext>
            </a:extLst>
          </p:cNvPr>
          <p:cNvCxnSpPr>
            <a:endCxn id="15" idx="2"/>
          </p:cNvCxnSpPr>
          <p:nvPr/>
        </p:nvCxnSpPr>
        <p:spPr>
          <a:xfrm flipV="1">
            <a:off x="6435227" y="2806405"/>
            <a:ext cx="0" cy="3520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97E3F509-91D0-8B3B-2F97-757E731166FA}"/>
              </a:ext>
            </a:extLst>
          </p:cNvPr>
          <p:cNvCxnSpPr>
            <a:cxnSpLocks/>
          </p:cNvCxnSpPr>
          <p:nvPr/>
        </p:nvCxnSpPr>
        <p:spPr>
          <a:xfrm>
            <a:off x="7047674" y="3434196"/>
            <a:ext cx="106000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4C25378-88AE-2D87-AE23-AE92EAFE5BE2}"/>
              </a:ext>
            </a:extLst>
          </p:cNvPr>
          <p:cNvSpPr txBox="1"/>
          <p:nvPr/>
        </p:nvSpPr>
        <p:spPr>
          <a:xfrm>
            <a:off x="5173980" y="853440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52EA3F8-80E4-8A4D-9620-475895AB244E}"/>
              </a:ext>
            </a:extLst>
          </p:cNvPr>
          <p:cNvSpPr txBox="1"/>
          <p:nvPr/>
        </p:nvSpPr>
        <p:spPr>
          <a:xfrm>
            <a:off x="4345325" y="2425693"/>
            <a:ext cx="1224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ESP</a:t>
            </a:r>
            <a:r>
              <a:rPr lang="zh-CN" altLang="en-US" sz="1400" dirty="0"/>
              <a:t>底板</a:t>
            </a:r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C581D1BE-7929-DFD0-E9E4-565684C96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556420">
            <a:off x="3915066" y="1931527"/>
            <a:ext cx="421445" cy="351205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57B5C49A-BC30-AA12-2B42-E335D45D8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67998">
            <a:off x="6889017" y="1954934"/>
            <a:ext cx="421445" cy="351205"/>
          </a:xfrm>
          <a:prstGeom prst="rect">
            <a:avLst/>
          </a:prstGeom>
        </p:spPr>
      </p:pic>
      <p:sp>
        <p:nvSpPr>
          <p:cNvPr id="109" name="文本框 108">
            <a:extLst>
              <a:ext uri="{FF2B5EF4-FFF2-40B4-BE49-F238E27FC236}">
                <a16:creationId xmlns:a16="http://schemas.microsoft.com/office/drawing/2014/main" id="{7EE39F46-FBB2-8F36-021B-D562A1ACB675}"/>
              </a:ext>
            </a:extLst>
          </p:cNvPr>
          <p:cNvSpPr txBox="1"/>
          <p:nvPr/>
        </p:nvSpPr>
        <p:spPr>
          <a:xfrm>
            <a:off x="1554608" y="2075880"/>
            <a:ext cx="12088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机械臂摄像头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EBE8472-1F27-65C6-4DE9-6908E66B8913}"/>
              </a:ext>
            </a:extLst>
          </p:cNvPr>
          <p:cNvSpPr txBox="1"/>
          <p:nvPr/>
        </p:nvSpPr>
        <p:spPr>
          <a:xfrm>
            <a:off x="8662308" y="2075880"/>
            <a:ext cx="1473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鱼缸摄像头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3FA1B18-D84D-B860-18DC-6C5C9C06ACBB}"/>
              </a:ext>
            </a:extLst>
          </p:cNvPr>
          <p:cNvSpPr txBox="1"/>
          <p:nvPr/>
        </p:nvSpPr>
        <p:spPr>
          <a:xfrm>
            <a:off x="2759028" y="2371566"/>
            <a:ext cx="966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2">
                    <a:lumMod val="75000"/>
                  </a:schemeClr>
                </a:solidFill>
              </a:rPr>
              <a:t>摄像头数据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1634E6E-7C50-929E-DECC-154B74CDEE91}"/>
              </a:ext>
            </a:extLst>
          </p:cNvPr>
          <p:cNvSpPr txBox="1"/>
          <p:nvPr/>
        </p:nvSpPr>
        <p:spPr>
          <a:xfrm>
            <a:off x="7354604" y="2366576"/>
            <a:ext cx="9308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>
                    <a:lumMod val="75000"/>
                  </a:schemeClr>
                </a:solidFill>
              </a:rPr>
              <a:t>摄像头数据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3FEAC93-6A35-2160-2530-BF0497128901}"/>
              </a:ext>
            </a:extLst>
          </p:cNvPr>
          <p:cNvSpPr txBox="1"/>
          <p:nvPr/>
        </p:nvSpPr>
        <p:spPr>
          <a:xfrm>
            <a:off x="2810109" y="3267977"/>
            <a:ext cx="1455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坐标等数据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B68ACB94-280B-EE78-2BF8-6A72F10350D4}"/>
              </a:ext>
            </a:extLst>
          </p:cNvPr>
          <p:cNvSpPr txBox="1"/>
          <p:nvPr/>
        </p:nvSpPr>
        <p:spPr>
          <a:xfrm>
            <a:off x="2864077" y="3657100"/>
            <a:ext cx="11494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控制信号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EE7D742-8FEF-2E60-56DE-66BD9F621DC1}"/>
              </a:ext>
            </a:extLst>
          </p:cNvPr>
          <p:cNvSpPr txBox="1"/>
          <p:nvPr/>
        </p:nvSpPr>
        <p:spPr>
          <a:xfrm>
            <a:off x="7138998" y="3227661"/>
            <a:ext cx="12248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传感器数据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923A419-70E3-1695-F8D1-643E84E8AE04}"/>
              </a:ext>
            </a:extLst>
          </p:cNvPr>
          <p:cNvSpPr txBox="1"/>
          <p:nvPr/>
        </p:nvSpPr>
        <p:spPr>
          <a:xfrm>
            <a:off x="7220705" y="3680652"/>
            <a:ext cx="9422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控制信号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7A898F9-2B8D-62CD-1847-A9A2C8D2BBC5}"/>
              </a:ext>
            </a:extLst>
          </p:cNvPr>
          <p:cNvSpPr txBox="1"/>
          <p:nvPr/>
        </p:nvSpPr>
        <p:spPr>
          <a:xfrm>
            <a:off x="1893016" y="4918034"/>
            <a:ext cx="19202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机械臂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62D53E7-E875-D856-E2E4-38BA8A5AAFE7}"/>
              </a:ext>
            </a:extLst>
          </p:cNvPr>
          <p:cNvSpPr txBox="1"/>
          <p:nvPr/>
        </p:nvSpPr>
        <p:spPr>
          <a:xfrm>
            <a:off x="8500109" y="4776105"/>
            <a:ext cx="11937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鱼缸和传感器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F1C8DBA-171D-7C55-194B-5C539BAC30CA}"/>
              </a:ext>
            </a:extLst>
          </p:cNvPr>
          <p:cNvSpPr txBox="1"/>
          <p:nvPr/>
        </p:nvSpPr>
        <p:spPr>
          <a:xfrm>
            <a:off x="4417695" y="2855582"/>
            <a:ext cx="9699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I2C</a:t>
            </a:r>
            <a:endParaRPr lang="zh-CN" altLang="en-US" sz="9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40A7EF-10F2-14A7-872B-2438EAFCA8E9}"/>
              </a:ext>
            </a:extLst>
          </p:cNvPr>
          <p:cNvSpPr txBox="1"/>
          <p:nvPr/>
        </p:nvSpPr>
        <p:spPr>
          <a:xfrm>
            <a:off x="6457122" y="2855582"/>
            <a:ext cx="9699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I2C</a:t>
            </a:r>
            <a:endParaRPr lang="zh-CN" altLang="en-US" sz="900" dirty="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BAD55B1A-E2CD-03BD-613D-8822B55C535F}"/>
              </a:ext>
            </a:extLst>
          </p:cNvPr>
          <p:cNvSpPr/>
          <p:nvPr/>
        </p:nvSpPr>
        <p:spPr>
          <a:xfrm>
            <a:off x="5066240" y="3458493"/>
            <a:ext cx="1070019" cy="9447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Renesas</a:t>
            </a:r>
            <a:endParaRPr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F56319F-257C-16EE-5336-0E5638E9AC4E}"/>
              </a:ext>
            </a:extLst>
          </p:cNvPr>
          <p:cNvSpPr txBox="1"/>
          <p:nvPr/>
        </p:nvSpPr>
        <p:spPr>
          <a:xfrm>
            <a:off x="6013279" y="2411130"/>
            <a:ext cx="1224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ESP</a:t>
            </a:r>
            <a:r>
              <a:rPr lang="zh-CN" altLang="en-US" sz="1400" dirty="0"/>
              <a:t>底板</a:t>
            </a:r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6CE65EFF-E7EC-C17F-8096-2E66C323BD3C}"/>
              </a:ext>
            </a:extLst>
          </p:cNvPr>
          <p:cNvCxnSpPr>
            <a:cxnSpLocks/>
          </p:cNvCxnSpPr>
          <p:nvPr/>
        </p:nvCxnSpPr>
        <p:spPr>
          <a:xfrm>
            <a:off x="5318284" y="3343077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1A6DF4C5-EDAC-7E5F-D86E-ADD5B3BD4FAC}"/>
              </a:ext>
            </a:extLst>
          </p:cNvPr>
          <p:cNvCxnSpPr>
            <a:cxnSpLocks/>
          </p:cNvCxnSpPr>
          <p:nvPr/>
        </p:nvCxnSpPr>
        <p:spPr>
          <a:xfrm>
            <a:off x="5511165" y="334116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4D09E944-51B2-2DE0-3D1B-A297E057BA23}"/>
              </a:ext>
            </a:extLst>
          </p:cNvPr>
          <p:cNvCxnSpPr>
            <a:cxnSpLocks/>
          </p:cNvCxnSpPr>
          <p:nvPr/>
        </p:nvCxnSpPr>
        <p:spPr>
          <a:xfrm>
            <a:off x="5723098" y="334116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0B8A542D-9849-A893-4E1F-BB781DDF3835}"/>
              </a:ext>
            </a:extLst>
          </p:cNvPr>
          <p:cNvCxnSpPr>
            <a:cxnSpLocks/>
          </p:cNvCxnSpPr>
          <p:nvPr/>
        </p:nvCxnSpPr>
        <p:spPr>
          <a:xfrm>
            <a:off x="5899457" y="334116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B26EAAF0-0F61-C9EF-3924-92855F69E2DB}"/>
              </a:ext>
            </a:extLst>
          </p:cNvPr>
          <p:cNvCxnSpPr>
            <a:cxnSpLocks/>
          </p:cNvCxnSpPr>
          <p:nvPr/>
        </p:nvCxnSpPr>
        <p:spPr>
          <a:xfrm>
            <a:off x="4951115" y="3649359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86B4E2E8-C87D-4CF3-AAA0-CC13B7E5FE14}"/>
              </a:ext>
            </a:extLst>
          </p:cNvPr>
          <p:cNvCxnSpPr>
            <a:cxnSpLocks/>
          </p:cNvCxnSpPr>
          <p:nvPr/>
        </p:nvCxnSpPr>
        <p:spPr>
          <a:xfrm>
            <a:off x="4951115" y="3837329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5FC8DF5C-ACAE-1EA3-092E-09EC4DBFD135}"/>
              </a:ext>
            </a:extLst>
          </p:cNvPr>
          <p:cNvCxnSpPr>
            <a:cxnSpLocks/>
          </p:cNvCxnSpPr>
          <p:nvPr/>
        </p:nvCxnSpPr>
        <p:spPr>
          <a:xfrm>
            <a:off x="4951115" y="4020424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465BC263-DDDE-FFBA-CE6A-049A9DC93464}"/>
              </a:ext>
            </a:extLst>
          </p:cNvPr>
          <p:cNvCxnSpPr>
            <a:cxnSpLocks/>
          </p:cNvCxnSpPr>
          <p:nvPr/>
        </p:nvCxnSpPr>
        <p:spPr>
          <a:xfrm>
            <a:off x="4951115" y="4215168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3D35D73C-81D4-D8DE-F8AE-1F4305E62BB6}"/>
              </a:ext>
            </a:extLst>
          </p:cNvPr>
          <p:cNvCxnSpPr>
            <a:cxnSpLocks/>
          </p:cNvCxnSpPr>
          <p:nvPr/>
        </p:nvCxnSpPr>
        <p:spPr>
          <a:xfrm>
            <a:off x="6136259" y="3626221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F7749B06-6249-6CF1-4D85-32AE5E87F4DD}"/>
              </a:ext>
            </a:extLst>
          </p:cNvPr>
          <p:cNvCxnSpPr>
            <a:cxnSpLocks/>
          </p:cNvCxnSpPr>
          <p:nvPr/>
        </p:nvCxnSpPr>
        <p:spPr>
          <a:xfrm>
            <a:off x="6136259" y="3798449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2508046D-F682-99CD-B9DD-81729087C5FE}"/>
              </a:ext>
            </a:extLst>
          </p:cNvPr>
          <p:cNvCxnSpPr>
            <a:cxnSpLocks/>
          </p:cNvCxnSpPr>
          <p:nvPr/>
        </p:nvCxnSpPr>
        <p:spPr>
          <a:xfrm>
            <a:off x="6136259" y="4020424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FAA3E0B7-72B4-1601-5145-1518C3E2A6E4}"/>
              </a:ext>
            </a:extLst>
          </p:cNvPr>
          <p:cNvCxnSpPr>
            <a:cxnSpLocks/>
          </p:cNvCxnSpPr>
          <p:nvPr/>
        </p:nvCxnSpPr>
        <p:spPr>
          <a:xfrm>
            <a:off x="6136259" y="4212190"/>
            <a:ext cx="1085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8AA61366-71B5-2DFC-42EF-FABB7CA3AC3D}"/>
              </a:ext>
            </a:extLst>
          </p:cNvPr>
          <p:cNvCxnSpPr>
            <a:cxnSpLocks/>
          </p:cNvCxnSpPr>
          <p:nvPr/>
        </p:nvCxnSpPr>
        <p:spPr>
          <a:xfrm>
            <a:off x="5318284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26C3DE00-B079-AAEB-A472-0C9705478688}"/>
              </a:ext>
            </a:extLst>
          </p:cNvPr>
          <p:cNvCxnSpPr>
            <a:cxnSpLocks/>
          </p:cNvCxnSpPr>
          <p:nvPr/>
        </p:nvCxnSpPr>
        <p:spPr>
          <a:xfrm>
            <a:off x="5521166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F83B780A-61EC-904C-71CB-32466C4D8593}"/>
              </a:ext>
            </a:extLst>
          </p:cNvPr>
          <p:cNvCxnSpPr>
            <a:cxnSpLocks/>
          </p:cNvCxnSpPr>
          <p:nvPr/>
        </p:nvCxnSpPr>
        <p:spPr>
          <a:xfrm>
            <a:off x="5749291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E5E0A55-7B35-965F-7CCB-2986B9072F58}"/>
              </a:ext>
            </a:extLst>
          </p:cNvPr>
          <p:cNvCxnSpPr>
            <a:cxnSpLocks/>
          </p:cNvCxnSpPr>
          <p:nvPr/>
        </p:nvCxnSpPr>
        <p:spPr>
          <a:xfrm>
            <a:off x="5923121" y="4403258"/>
            <a:ext cx="0" cy="1154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50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Faker SKT</dc:creator>
  <cp:lastModifiedBy>Faker SKT</cp:lastModifiedBy>
  <cp:revision>4</cp:revision>
  <dcterms:created xsi:type="dcterms:W3CDTF">2025-10-11T16:17:26Z</dcterms:created>
  <dcterms:modified xsi:type="dcterms:W3CDTF">2025-10-11T16:52:45Z</dcterms:modified>
</cp:coreProperties>
</file>