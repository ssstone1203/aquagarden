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58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E7EAED-A5AB-4A81-BEEC-0BB00A460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9BB9F8-93B2-5D3F-898E-5E78FE49B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4535F5-9FCB-750E-CCB3-93E207F29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959E2B-5C96-E5BE-7FD9-A5C2271B7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E66900-E5AE-85DA-92C4-70300E8FD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692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6A6B8-82AF-B555-76D0-9B5A413C2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A67537-2A15-D093-CC32-D3D85D59D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6CAF8F-1ED1-2549-26FA-006F2984E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7936BB-ED25-E37F-3A47-E2C405E1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F1840E-DA34-E754-037E-E39BD6404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668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FF358-938A-0890-3BCF-F3CAA8370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ADA575-B90D-B3F9-8700-C4693A6B6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AF62F1-FACB-007C-A8A1-C5526C480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BEB635-E1F4-C96B-CC87-173D1123C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9647E3-42A0-1A7B-3D5D-DFAA2C4E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492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0FE4C-857B-3E92-DB38-238C5279A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86E57F-3CE4-58D7-B367-4E1D85E00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EA1B47-174C-9E78-6AAA-3F6F479D5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DC5131-373D-74E6-54AA-203C1F7E9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FB56A9-2184-D46E-B1D4-206A2B8DF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C60841-C2E8-5A5D-23E8-281E07A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794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4E9A7E-814E-BBF3-44D6-5B662CD25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8BAEA1-DD20-244F-B8B2-3B40A15ED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6AE366-3416-15EA-4D2B-271815BB40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408082-7FD3-659E-D5DB-E9EA0D4C89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AEC553-942C-9C77-527B-9E56131D22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BAEF45E-FE5D-9E6E-1DBC-784E6F80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9259465-C059-F041-6A59-9026DF9D1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5C2B9A-814A-AB8F-23F1-6325B75B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055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F92E9B-6EB3-6DB9-66FA-AF9744B2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272B01-2674-743B-7330-02C437A6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78D1D6-4345-5678-DC04-AC595AC62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22A9AE-E45B-3226-BD0F-18F0D9025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764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34433B-20C8-94F8-83C3-A45A6E1D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E4408A-404B-817E-59C3-59DDE3263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BDA471-EE75-8308-046C-D76A9DF55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653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5286D7-EEC5-C424-BACB-F0CFEDE50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05E3D1-3F54-AABE-D5B7-D70536F9F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BF3D39-6F33-AB63-4C5E-636ADD3DA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16FC05-3D43-EE1E-2D7B-AEC5690A6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A41FA6-12AD-2AAC-8DFE-38197F4A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5B51E0-3A5B-A02F-2379-45B16288C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44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03823C-E041-6F6B-5207-C4D627A73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6160992-2BB2-30F6-04F3-63EC18E79F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8D9940-1CAB-0595-3C45-4FB6E57BA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E641CE-6288-A23A-4B6F-6B92E2217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14984E-E1BE-B5A7-3837-3D27E503F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3C0811-3005-3D9A-4120-25EA9F3A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10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F0F32-4A1A-A2D5-890D-3D903F095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5FDD35-A52A-EA78-DDB0-47A0633DC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2943F9-EACC-9CFE-B29C-29886EEE4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02AD6D-F82E-BB7F-D4C1-C5595CBA3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0AAF3B-541B-BC3C-38F1-C4ACC6DB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79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40C4A6-B32C-0599-4D7B-EA4204C46A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C1A532-6821-1409-7E20-DD442CE3E8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8A108E-33B4-5367-9D1F-B90AA09DE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9BB2B8-C395-0895-7D35-F0424A286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A75E9A-D169-E164-BCBB-7CF36100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77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682E30-C933-FBF5-AC00-D908D08F9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5F3017-2CA4-2907-5A70-3DB15E8C8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2656F8-DC30-6B3A-7BC8-E2B81A1ED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1CE54-7B3F-448E-ACC3-646806B7FDC1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4D5988-4413-C209-84AE-13D9DDBB5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58D7A0-5855-EBAE-BECE-907D822DA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81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6192CBA-577C-D967-F55E-5D0A527AF021}"/>
              </a:ext>
            </a:extLst>
          </p:cNvPr>
          <p:cNvSpPr/>
          <p:nvPr/>
        </p:nvSpPr>
        <p:spPr>
          <a:xfrm>
            <a:off x="4832965" y="613843"/>
            <a:ext cx="1517716" cy="8389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5D89DD2-7123-9DE7-157A-3E8EC91217F5}"/>
              </a:ext>
            </a:extLst>
          </p:cNvPr>
          <p:cNvCxnSpPr>
            <a:cxnSpLocks/>
          </p:cNvCxnSpPr>
          <p:nvPr/>
        </p:nvCxnSpPr>
        <p:spPr>
          <a:xfrm>
            <a:off x="5379720" y="1452828"/>
            <a:ext cx="0" cy="35821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CC89AF4-E504-90C0-A593-76C0269E4E80}"/>
              </a:ext>
            </a:extLst>
          </p:cNvPr>
          <p:cNvCxnSpPr>
            <a:cxnSpLocks/>
          </p:cNvCxnSpPr>
          <p:nvPr/>
        </p:nvCxnSpPr>
        <p:spPr>
          <a:xfrm>
            <a:off x="5822780" y="1452828"/>
            <a:ext cx="0" cy="35821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BEDB009-ED5D-ACFB-A03D-55F58C9D3E11}"/>
              </a:ext>
            </a:extLst>
          </p:cNvPr>
          <p:cNvCxnSpPr>
            <a:cxnSpLocks/>
          </p:cNvCxnSpPr>
          <p:nvPr/>
        </p:nvCxnSpPr>
        <p:spPr>
          <a:xfrm>
            <a:off x="3388995" y="1811046"/>
            <a:ext cx="436245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FB16AFE2-A282-20CF-72A0-72E0C8B3E8CB}"/>
              </a:ext>
            </a:extLst>
          </p:cNvPr>
          <p:cNvSpPr/>
          <p:nvPr/>
        </p:nvSpPr>
        <p:spPr>
          <a:xfrm>
            <a:off x="4154826" y="3158490"/>
            <a:ext cx="2892848" cy="1466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05A0006-7F78-5559-D781-F05EF1F76BEB}"/>
              </a:ext>
            </a:extLst>
          </p:cNvPr>
          <p:cNvSpPr/>
          <p:nvPr/>
        </p:nvSpPr>
        <p:spPr>
          <a:xfrm>
            <a:off x="1464944" y="2339856"/>
            <a:ext cx="1009650" cy="46569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EB3EB837-0E90-1C39-34C1-941E10A37CD3}"/>
              </a:ext>
            </a:extLst>
          </p:cNvPr>
          <p:cNvSpPr/>
          <p:nvPr/>
        </p:nvSpPr>
        <p:spPr>
          <a:xfrm>
            <a:off x="1643462" y="2471831"/>
            <a:ext cx="228600" cy="2000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94BE9052-F600-36C7-F207-7F62A79A38C6}"/>
              </a:ext>
            </a:extLst>
          </p:cNvPr>
          <p:cNvSpPr/>
          <p:nvPr/>
        </p:nvSpPr>
        <p:spPr>
          <a:xfrm>
            <a:off x="2093592" y="2471831"/>
            <a:ext cx="228600" cy="2000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84C441B-6FD6-A61E-CF88-BD05320F0A16}"/>
              </a:ext>
            </a:extLst>
          </p:cNvPr>
          <p:cNvSpPr/>
          <p:nvPr/>
        </p:nvSpPr>
        <p:spPr>
          <a:xfrm>
            <a:off x="8561071" y="2340715"/>
            <a:ext cx="1009650" cy="46569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DEA40DB8-5579-13B5-6953-4F2ABDD8FC53}"/>
              </a:ext>
            </a:extLst>
          </p:cNvPr>
          <p:cNvSpPr/>
          <p:nvPr/>
        </p:nvSpPr>
        <p:spPr>
          <a:xfrm>
            <a:off x="8751570" y="2472689"/>
            <a:ext cx="228600" cy="2000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7DDB36A3-9D34-A957-758E-7D82B7025996}"/>
              </a:ext>
            </a:extLst>
          </p:cNvPr>
          <p:cNvSpPr/>
          <p:nvPr/>
        </p:nvSpPr>
        <p:spPr>
          <a:xfrm>
            <a:off x="9170669" y="2472690"/>
            <a:ext cx="228600" cy="2000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D922263-15CA-98AB-5D78-987B28740AFB}"/>
              </a:ext>
            </a:extLst>
          </p:cNvPr>
          <p:cNvCxnSpPr>
            <a:cxnSpLocks/>
          </p:cNvCxnSpPr>
          <p:nvPr/>
        </p:nvCxnSpPr>
        <p:spPr>
          <a:xfrm>
            <a:off x="1752553" y="4017089"/>
            <a:ext cx="0" cy="6667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60A07DE-724A-C12A-7996-2218F363806D}"/>
              </a:ext>
            </a:extLst>
          </p:cNvPr>
          <p:cNvCxnSpPr>
            <a:cxnSpLocks/>
          </p:cNvCxnSpPr>
          <p:nvPr/>
        </p:nvCxnSpPr>
        <p:spPr>
          <a:xfrm>
            <a:off x="2107890" y="4012937"/>
            <a:ext cx="0" cy="6667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7F8A058-164A-5D9A-D843-7CB20EBC3A07}"/>
              </a:ext>
            </a:extLst>
          </p:cNvPr>
          <p:cNvCxnSpPr>
            <a:cxnSpLocks/>
          </p:cNvCxnSpPr>
          <p:nvPr/>
        </p:nvCxnSpPr>
        <p:spPr>
          <a:xfrm>
            <a:off x="1593086" y="3731339"/>
            <a:ext cx="159467" cy="2857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20895FE-C9E9-B5A7-FD35-479C70112255}"/>
              </a:ext>
            </a:extLst>
          </p:cNvPr>
          <p:cNvCxnSpPr>
            <a:cxnSpLocks/>
          </p:cNvCxnSpPr>
          <p:nvPr/>
        </p:nvCxnSpPr>
        <p:spPr>
          <a:xfrm>
            <a:off x="1921999" y="3664662"/>
            <a:ext cx="185891" cy="3524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4C318BE-3332-C5E2-DE83-ADA2FBBA82AF}"/>
              </a:ext>
            </a:extLst>
          </p:cNvPr>
          <p:cNvCxnSpPr>
            <a:cxnSpLocks/>
          </p:cNvCxnSpPr>
          <p:nvPr/>
        </p:nvCxnSpPr>
        <p:spPr>
          <a:xfrm>
            <a:off x="1345435" y="3664664"/>
            <a:ext cx="247651" cy="666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742E761-B99B-17A9-0E7D-75630F88A234}"/>
              </a:ext>
            </a:extLst>
          </p:cNvPr>
          <p:cNvCxnSpPr>
            <a:cxnSpLocks/>
          </p:cNvCxnSpPr>
          <p:nvPr/>
        </p:nvCxnSpPr>
        <p:spPr>
          <a:xfrm>
            <a:off x="1259711" y="3340814"/>
            <a:ext cx="85724" cy="3238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2FF42C08-F1E9-86D0-F98D-517F42D3B6B1}"/>
              </a:ext>
            </a:extLst>
          </p:cNvPr>
          <p:cNvCxnSpPr>
            <a:cxnSpLocks/>
          </p:cNvCxnSpPr>
          <p:nvPr/>
        </p:nvCxnSpPr>
        <p:spPr>
          <a:xfrm flipH="1">
            <a:off x="1912020" y="3421517"/>
            <a:ext cx="62063" cy="2431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930C4BD-5E06-03C6-2010-3D5467B45D43}"/>
              </a:ext>
            </a:extLst>
          </p:cNvPr>
          <p:cNvCxnSpPr>
            <a:cxnSpLocks/>
          </p:cNvCxnSpPr>
          <p:nvPr/>
        </p:nvCxnSpPr>
        <p:spPr>
          <a:xfrm>
            <a:off x="1672819" y="3226514"/>
            <a:ext cx="301264" cy="1950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立方体 45">
            <a:extLst>
              <a:ext uri="{FF2B5EF4-FFF2-40B4-BE49-F238E27FC236}">
                <a16:creationId xmlns:a16="http://schemas.microsoft.com/office/drawing/2014/main" id="{A7A7BED7-9453-F6EE-EDC7-649C0C5CE327}"/>
              </a:ext>
            </a:extLst>
          </p:cNvPr>
          <p:cNvSpPr/>
          <p:nvPr/>
        </p:nvSpPr>
        <p:spPr>
          <a:xfrm>
            <a:off x="9943334" y="3246480"/>
            <a:ext cx="1657350" cy="1142999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82C9DBDD-E7E4-69DE-1254-EC4BBB907A46}"/>
              </a:ext>
            </a:extLst>
          </p:cNvPr>
          <p:cNvCxnSpPr>
            <a:cxnSpLocks/>
          </p:cNvCxnSpPr>
          <p:nvPr/>
        </p:nvCxnSpPr>
        <p:spPr>
          <a:xfrm flipH="1">
            <a:off x="2307050" y="4159996"/>
            <a:ext cx="184777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28B92B72-EA4C-066F-72DC-E854D873E861}"/>
              </a:ext>
            </a:extLst>
          </p:cNvPr>
          <p:cNvCxnSpPr>
            <a:cxnSpLocks/>
          </p:cNvCxnSpPr>
          <p:nvPr/>
        </p:nvCxnSpPr>
        <p:spPr>
          <a:xfrm>
            <a:off x="8722482" y="4159996"/>
            <a:ext cx="12208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34C25378-88AE-2D87-AE23-AE92EAFE5BE2}"/>
              </a:ext>
            </a:extLst>
          </p:cNvPr>
          <p:cNvSpPr txBox="1"/>
          <p:nvPr/>
        </p:nvSpPr>
        <p:spPr>
          <a:xfrm>
            <a:off x="5173980" y="853440"/>
            <a:ext cx="815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Server</a:t>
            </a:r>
            <a:endParaRPr lang="zh-CN" altLang="en-US" dirty="0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7EE39F46-FBB2-8F36-021B-D562A1ACB675}"/>
              </a:ext>
            </a:extLst>
          </p:cNvPr>
          <p:cNvSpPr txBox="1"/>
          <p:nvPr/>
        </p:nvSpPr>
        <p:spPr>
          <a:xfrm>
            <a:off x="1554608" y="2075880"/>
            <a:ext cx="12088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机械臂摄像头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AEBE8472-1F27-65C6-4DE9-6908E66B8913}"/>
              </a:ext>
            </a:extLst>
          </p:cNvPr>
          <p:cNvSpPr txBox="1"/>
          <p:nvPr/>
        </p:nvSpPr>
        <p:spPr>
          <a:xfrm>
            <a:off x="8662308" y="2075880"/>
            <a:ext cx="14739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鱼缸摄像头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93FEAC93-6A35-2160-2530-BF0497128901}"/>
              </a:ext>
            </a:extLst>
          </p:cNvPr>
          <p:cNvSpPr txBox="1"/>
          <p:nvPr/>
        </p:nvSpPr>
        <p:spPr>
          <a:xfrm>
            <a:off x="2695823" y="3424891"/>
            <a:ext cx="14552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坐标等数据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B68ACB94-280B-EE78-2BF8-6A72F10350D4}"/>
              </a:ext>
            </a:extLst>
          </p:cNvPr>
          <p:cNvSpPr txBox="1"/>
          <p:nvPr/>
        </p:nvSpPr>
        <p:spPr>
          <a:xfrm>
            <a:off x="2761188" y="4186414"/>
            <a:ext cx="11494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控制信号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3EE7D742-8FEF-2E60-56DE-66BD9F621DC1}"/>
              </a:ext>
            </a:extLst>
          </p:cNvPr>
          <p:cNvSpPr txBox="1"/>
          <p:nvPr/>
        </p:nvSpPr>
        <p:spPr>
          <a:xfrm>
            <a:off x="8781883" y="3349256"/>
            <a:ext cx="12248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传感器数据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A923A419-70E3-1695-F8D1-643E84E8AE04}"/>
              </a:ext>
            </a:extLst>
          </p:cNvPr>
          <p:cNvSpPr txBox="1"/>
          <p:nvPr/>
        </p:nvSpPr>
        <p:spPr>
          <a:xfrm>
            <a:off x="8865870" y="4186414"/>
            <a:ext cx="9422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控制信号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37A898F9-2B8D-62CD-1847-A9A2C8D2BBC5}"/>
              </a:ext>
            </a:extLst>
          </p:cNvPr>
          <p:cNvSpPr txBox="1"/>
          <p:nvPr/>
        </p:nvSpPr>
        <p:spPr>
          <a:xfrm>
            <a:off x="1643462" y="4734605"/>
            <a:ext cx="19202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机械臂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62D53E7-E875-D856-E2E4-38BA8A5AAFE7}"/>
              </a:ext>
            </a:extLst>
          </p:cNvPr>
          <p:cNvSpPr txBox="1"/>
          <p:nvPr/>
        </p:nvSpPr>
        <p:spPr>
          <a:xfrm>
            <a:off x="10307253" y="4483909"/>
            <a:ext cx="11937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鱼缸和传感器</a:t>
            </a: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BAD55B1A-E2CD-03BD-613D-8822B55C535F}"/>
              </a:ext>
            </a:extLst>
          </p:cNvPr>
          <p:cNvSpPr/>
          <p:nvPr/>
        </p:nvSpPr>
        <p:spPr>
          <a:xfrm>
            <a:off x="7652463" y="3385456"/>
            <a:ext cx="1070019" cy="94476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Renesas</a:t>
            </a:r>
          </a:p>
          <a:p>
            <a:pPr algn="ctr"/>
            <a:r>
              <a:rPr lang="en-US" altLang="zh-CN" dirty="0"/>
              <a:t>RA6E2</a:t>
            </a:r>
            <a:endParaRPr lang="zh-CN" altLang="en-US" dirty="0"/>
          </a:p>
        </p:txBody>
      </p: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6CE65EFF-E7EC-C17F-8096-2E66C323BD3C}"/>
              </a:ext>
            </a:extLst>
          </p:cNvPr>
          <p:cNvCxnSpPr>
            <a:cxnSpLocks/>
          </p:cNvCxnSpPr>
          <p:nvPr/>
        </p:nvCxnSpPr>
        <p:spPr>
          <a:xfrm>
            <a:off x="5318284" y="3343077"/>
            <a:ext cx="0" cy="1154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1A6DF4C5-EDAC-7E5F-D86E-ADD5B3BD4FAC}"/>
              </a:ext>
            </a:extLst>
          </p:cNvPr>
          <p:cNvCxnSpPr>
            <a:cxnSpLocks/>
          </p:cNvCxnSpPr>
          <p:nvPr/>
        </p:nvCxnSpPr>
        <p:spPr>
          <a:xfrm>
            <a:off x="5511165" y="3341168"/>
            <a:ext cx="0" cy="1154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4D09E944-51B2-2DE0-3D1B-A297E057BA23}"/>
              </a:ext>
            </a:extLst>
          </p:cNvPr>
          <p:cNvCxnSpPr>
            <a:cxnSpLocks/>
          </p:cNvCxnSpPr>
          <p:nvPr/>
        </p:nvCxnSpPr>
        <p:spPr>
          <a:xfrm>
            <a:off x="5723098" y="3341168"/>
            <a:ext cx="0" cy="1154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0B8A542D-9849-A893-4E1F-BB781DDF3835}"/>
              </a:ext>
            </a:extLst>
          </p:cNvPr>
          <p:cNvCxnSpPr>
            <a:cxnSpLocks/>
          </p:cNvCxnSpPr>
          <p:nvPr/>
        </p:nvCxnSpPr>
        <p:spPr>
          <a:xfrm>
            <a:off x="5899457" y="3341168"/>
            <a:ext cx="0" cy="1154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B26EAAF0-0F61-C9EF-3924-92855F69E2DB}"/>
              </a:ext>
            </a:extLst>
          </p:cNvPr>
          <p:cNvCxnSpPr>
            <a:cxnSpLocks/>
          </p:cNvCxnSpPr>
          <p:nvPr/>
        </p:nvCxnSpPr>
        <p:spPr>
          <a:xfrm>
            <a:off x="4951115" y="3649359"/>
            <a:ext cx="1085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86B4E2E8-C87D-4CF3-AAA0-CC13B7E5FE14}"/>
              </a:ext>
            </a:extLst>
          </p:cNvPr>
          <p:cNvCxnSpPr>
            <a:cxnSpLocks/>
          </p:cNvCxnSpPr>
          <p:nvPr/>
        </p:nvCxnSpPr>
        <p:spPr>
          <a:xfrm>
            <a:off x="4951115" y="3837329"/>
            <a:ext cx="1085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5FC8DF5C-ACAE-1EA3-092E-09EC4DBFD135}"/>
              </a:ext>
            </a:extLst>
          </p:cNvPr>
          <p:cNvCxnSpPr>
            <a:cxnSpLocks/>
          </p:cNvCxnSpPr>
          <p:nvPr/>
        </p:nvCxnSpPr>
        <p:spPr>
          <a:xfrm>
            <a:off x="4951115" y="4020424"/>
            <a:ext cx="1085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465BC263-DDDE-FFBA-CE6A-049A9DC93464}"/>
              </a:ext>
            </a:extLst>
          </p:cNvPr>
          <p:cNvCxnSpPr>
            <a:cxnSpLocks/>
          </p:cNvCxnSpPr>
          <p:nvPr/>
        </p:nvCxnSpPr>
        <p:spPr>
          <a:xfrm>
            <a:off x="4951115" y="4215168"/>
            <a:ext cx="1085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3D35D73C-81D4-D8DE-F8AE-1F4305E62BB6}"/>
              </a:ext>
            </a:extLst>
          </p:cNvPr>
          <p:cNvCxnSpPr>
            <a:cxnSpLocks/>
          </p:cNvCxnSpPr>
          <p:nvPr/>
        </p:nvCxnSpPr>
        <p:spPr>
          <a:xfrm>
            <a:off x="6136259" y="3626221"/>
            <a:ext cx="1085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F7749B06-6249-6CF1-4D85-32AE5E87F4DD}"/>
              </a:ext>
            </a:extLst>
          </p:cNvPr>
          <p:cNvCxnSpPr>
            <a:cxnSpLocks/>
          </p:cNvCxnSpPr>
          <p:nvPr/>
        </p:nvCxnSpPr>
        <p:spPr>
          <a:xfrm>
            <a:off x="6136259" y="3798449"/>
            <a:ext cx="1085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2508046D-F682-99CD-B9DD-81729087C5FE}"/>
              </a:ext>
            </a:extLst>
          </p:cNvPr>
          <p:cNvCxnSpPr>
            <a:cxnSpLocks/>
          </p:cNvCxnSpPr>
          <p:nvPr/>
        </p:nvCxnSpPr>
        <p:spPr>
          <a:xfrm>
            <a:off x="6136259" y="4020424"/>
            <a:ext cx="1085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FAA3E0B7-72B4-1601-5145-1518C3E2A6E4}"/>
              </a:ext>
            </a:extLst>
          </p:cNvPr>
          <p:cNvCxnSpPr>
            <a:cxnSpLocks/>
          </p:cNvCxnSpPr>
          <p:nvPr/>
        </p:nvCxnSpPr>
        <p:spPr>
          <a:xfrm>
            <a:off x="6136259" y="4212190"/>
            <a:ext cx="1085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8AA61366-71B5-2DFC-42EF-FABB7CA3AC3D}"/>
              </a:ext>
            </a:extLst>
          </p:cNvPr>
          <p:cNvCxnSpPr>
            <a:cxnSpLocks/>
          </p:cNvCxnSpPr>
          <p:nvPr/>
        </p:nvCxnSpPr>
        <p:spPr>
          <a:xfrm>
            <a:off x="5318284" y="4403258"/>
            <a:ext cx="0" cy="1154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26C3DE00-B079-AAEB-A472-0C9705478688}"/>
              </a:ext>
            </a:extLst>
          </p:cNvPr>
          <p:cNvCxnSpPr>
            <a:cxnSpLocks/>
          </p:cNvCxnSpPr>
          <p:nvPr/>
        </p:nvCxnSpPr>
        <p:spPr>
          <a:xfrm>
            <a:off x="5521166" y="4403258"/>
            <a:ext cx="0" cy="1154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F83B780A-61EC-904C-71CB-32466C4D8593}"/>
              </a:ext>
            </a:extLst>
          </p:cNvPr>
          <p:cNvCxnSpPr>
            <a:cxnSpLocks/>
          </p:cNvCxnSpPr>
          <p:nvPr/>
        </p:nvCxnSpPr>
        <p:spPr>
          <a:xfrm>
            <a:off x="5749291" y="4403258"/>
            <a:ext cx="0" cy="1154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7E5E0A55-7B35-965F-7CCB-2986B9072F58}"/>
              </a:ext>
            </a:extLst>
          </p:cNvPr>
          <p:cNvCxnSpPr>
            <a:cxnSpLocks/>
          </p:cNvCxnSpPr>
          <p:nvPr/>
        </p:nvCxnSpPr>
        <p:spPr>
          <a:xfrm>
            <a:off x="5923121" y="4403258"/>
            <a:ext cx="0" cy="1154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62C8B33-5571-5121-CD51-DAEA79DDEF06}"/>
              </a:ext>
            </a:extLst>
          </p:cNvPr>
          <p:cNvCxnSpPr>
            <a:cxnSpLocks/>
          </p:cNvCxnSpPr>
          <p:nvPr/>
        </p:nvCxnSpPr>
        <p:spPr>
          <a:xfrm flipV="1">
            <a:off x="5601249" y="1811046"/>
            <a:ext cx="0" cy="1347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7077574-1C70-F29F-409F-199680520487}"/>
              </a:ext>
            </a:extLst>
          </p:cNvPr>
          <p:cNvCxnSpPr>
            <a:cxnSpLocks/>
          </p:cNvCxnSpPr>
          <p:nvPr/>
        </p:nvCxnSpPr>
        <p:spPr>
          <a:xfrm flipV="1">
            <a:off x="1551358" y="1033335"/>
            <a:ext cx="0" cy="130652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92FF4C3-B882-12EF-3BC3-67DECE32F366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551358" y="1033335"/>
            <a:ext cx="328160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ECB471F-C2BB-357E-78B9-F0353C2E4ACA}"/>
              </a:ext>
            </a:extLst>
          </p:cNvPr>
          <p:cNvCxnSpPr>
            <a:cxnSpLocks/>
          </p:cNvCxnSpPr>
          <p:nvPr/>
        </p:nvCxnSpPr>
        <p:spPr>
          <a:xfrm flipV="1">
            <a:off x="9459532" y="1033335"/>
            <a:ext cx="0" cy="130652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380976B-2D06-EDEE-EFD0-E4D2C9EC8488}"/>
              </a:ext>
            </a:extLst>
          </p:cNvPr>
          <p:cNvCxnSpPr>
            <a:cxnSpLocks/>
            <a:endCxn id="4" idx="3"/>
          </p:cNvCxnSpPr>
          <p:nvPr/>
        </p:nvCxnSpPr>
        <p:spPr>
          <a:xfrm flipH="1">
            <a:off x="6350681" y="1033335"/>
            <a:ext cx="3102412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05C451B8-C05E-DBF8-3DA5-53A7CBB04DFA}"/>
              </a:ext>
            </a:extLst>
          </p:cNvPr>
          <p:cNvSpPr txBox="1"/>
          <p:nvPr/>
        </p:nvSpPr>
        <p:spPr>
          <a:xfrm>
            <a:off x="2180006" y="759628"/>
            <a:ext cx="9238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USB</a:t>
            </a:r>
            <a:endParaRPr lang="zh-CN" altLang="en-US" sz="9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3E90C03-0368-DB15-73A1-D0E3CE6BD465}"/>
              </a:ext>
            </a:extLst>
          </p:cNvPr>
          <p:cNvSpPr txBox="1"/>
          <p:nvPr/>
        </p:nvSpPr>
        <p:spPr>
          <a:xfrm>
            <a:off x="7901887" y="647002"/>
            <a:ext cx="103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USB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D1E069A-A048-79BC-ED7A-6B131269C142}"/>
              </a:ext>
            </a:extLst>
          </p:cNvPr>
          <p:cNvSpPr txBox="1"/>
          <p:nvPr/>
        </p:nvSpPr>
        <p:spPr>
          <a:xfrm>
            <a:off x="5610032" y="2380779"/>
            <a:ext cx="28117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以太网（</a:t>
            </a:r>
            <a:r>
              <a:rPr lang="en-US" altLang="zh-CN" sz="900" dirty="0"/>
              <a:t>WIFI</a:t>
            </a:r>
            <a:r>
              <a:rPr lang="zh-CN" altLang="en-US" sz="900" dirty="0"/>
              <a:t>）</a:t>
            </a:r>
            <a:r>
              <a:rPr lang="en-US" altLang="zh-CN" sz="900" dirty="0"/>
              <a:t>&gt;USB&gt;</a:t>
            </a:r>
            <a:r>
              <a:rPr lang="zh-CN" altLang="en-US" sz="900" dirty="0"/>
              <a:t>串口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CBCA28B-9D80-9D88-CEFB-B1EA6A3D2582}"/>
              </a:ext>
            </a:extLst>
          </p:cNvPr>
          <p:cNvSpPr/>
          <p:nvPr/>
        </p:nvSpPr>
        <p:spPr>
          <a:xfrm>
            <a:off x="5081089" y="3483147"/>
            <a:ext cx="1070019" cy="94476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Renesas</a:t>
            </a:r>
          </a:p>
          <a:p>
            <a:pPr algn="ctr"/>
            <a:r>
              <a:rPr lang="en-US" altLang="zh-CN" dirty="0"/>
              <a:t>RA6M5</a:t>
            </a:r>
            <a:r>
              <a:rPr lang="zh-CN" altLang="en-US" dirty="0"/>
              <a:t>或</a:t>
            </a:r>
            <a:r>
              <a:rPr lang="en-US" altLang="zh-CN" dirty="0"/>
              <a:t>RA8P1</a:t>
            </a:r>
            <a:endParaRPr lang="zh-CN" altLang="en-US" dirty="0"/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ECDE82D9-9B61-1675-B9B8-C99BCAB53A37}"/>
              </a:ext>
            </a:extLst>
          </p:cNvPr>
          <p:cNvCxnSpPr/>
          <p:nvPr/>
        </p:nvCxnSpPr>
        <p:spPr>
          <a:xfrm>
            <a:off x="2307050" y="3662152"/>
            <a:ext cx="184777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BDBF43E8-6365-9A02-49A8-301D819C59EB}"/>
              </a:ext>
            </a:extLst>
          </p:cNvPr>
          <p:cNvCxnSpPr>
            <a:cxnSpLocks/>
          </p:cNvCxnSpPr>
          <p:nvPr/>
        </p:nvCxnSpPr>
        <p:spPr>
          <a:xfrm>
            <a:off x="7873338" y="3246480"/>
            <a:ext cx="0" cy="1357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A639A803-477B-4DEE-A4E2-8650EE0B2C9A}"/>
              </a:ext>
            </a:extLst>
          </p:cNvPr>
          <p:cNvCxnSpPr>
            <a:cxnSpLocks/>
          </p:cNvCxnSpPr>
          <p:nvPr/>
        </p:nvCxnSpPr>
        <p:spPr>
          <a:xfrm>
            <a:off x="8051856" y="3237175"/>
            <a:ext cx="0" cy="1357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C51E8E91-A8C5-24D4-3B41-761C6A33A96A}"/>
              </a:ext>
            </a:extLst>
          </p:cNvPr>
          <p:cNvCxnSpPr>
            <a:cxnSpLocks/>
          </p:cNvCxnSpPr>
          <p:nvPr/>
        </p:nvCxnSpPr>
        <p:spPr>
          <a:xfrm>
            <a:off x="8237099" y="3241284"/>
            <a:ext cx="0" cy="1449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12A6A93D-621C-A718-98CA-CD0F0A3C74B0}"/>
              </a:ext>
            </a:extLst>
          </p:cNvPr>
          <p:cNvCxnSpPr>
            <a:cxnSpLocks/>
          </p:cNvCxnSpPr>
          <p:nvPr/>
        </p:nvCxnSpPr>
        <p:spPr>
          <a:xfrm>
            <a:off x="8422342" y="3250953"/>
            <a:ext cx="0" cy="1352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B23845B6-5C0E-CC96-3912-534B6F063675}"/>
              </a:ext>
            </a:extLst>
          </p:cNvPr>
          <p:cNvCxnSpPr>
            <a:cxnSpLocks/>
          </p:cNvCxnSpPr>
          <p:nvPr/>
        </p:nvCxnSpPr>
        <p:spPr>
          <a:xfrm>
            <a:off x="7873338" y="4330958"/>
            <a:ext cx="0" cy="1357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7BEB2AC8-FD17-1F95-3E91-0E11FEBFE00F}"/>
              </a:ext>
            </a:extLst>
          </p:cNvPr>
          <p:cNvCxnSpPr>
            <a:cxnSpLocks/>
          </p:cNvCxnSpPr>
          <p:nvPr/>
        </p:nvCxnSpPr>
        <p:spPr>
          <a:xfrm>
            <a:off x="8052110" y="4330958"/>
            <a:ext cx="0" cy="1357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192EA196-6EE7-1C1E-7C31-71E9057FDD1D}"/>
              </a:ext>
            </a:extLst>
          </p:cNvPr>
          <p:cNvCxnSpPr>
            <a:cxnSpLocks/>
          </p:cNvCxnSpPr>
          <p:nvPr/>
        </p:nvCxnSpPr>
        <p:spPr>
          <a:xfrm>
            <a:off x="8247712" y="4330958"/>
            <a:ext cx="0" cy="1357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DB0F4C7C-A7B6-72E5-AB54-C999B517B3E0}"/>
              </a:ext>
            </a:extLst>
          </p:cNvPr>
          <p:cNvCxnSpPr>
            <a:cxnSpLocks/>
          </p:cNvCxnSpPr>
          <p:nvPr/>
        </p:nvCxnSpPr>
        <p:spPr>
          <a:xfrm>
            <a:off x="8422342" y="4336556"/>
            <a:ext cx="0" cy="1357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362C36B3-A79C-0ED2-FA92-6ED2B691B635}"/>
              </a:ext>
            </a:extLst>
          </p:cNvPr>
          <p:cNvCxnSpPr>
            <a:cxnSpLocks/>
          </p:cNvCxnSpPr>
          <p:nvPr/>
        </p:nvCxnSpPr>
        <p:spPr>
          <a:xfrm>
            <a:off x="7510984" y="3586786"/>
            <a:ext cx="1344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3436E61D-19FC-443D-841D-C0E477EC3B93}"/>
              </a:ext>
            </a:extLst>
          </p:cNvPr>
          <p:cNvCxnSpPr>
            <a:cxnSpLocks/>
          </p:cNvCxnSpPr>
          <p:nvPr/>
        </p:nvCxnSpPr>
        <p:spPr>
          <a:xfrm>
            <a:off x="7518078" y="4044640"/>
            <a:ext cx="1405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EE130269-EEC7-4F89-1580-A5FAA29800E2}"/>
              </a:ext>
            </a:extLst>
          </p:cNvPr>
          <p:cNvSpPr txBox="1"/>
          <p:nvPr/>
        </p:nvSpPr>
        <p:spPr>
          <a:xfrm>
            <a:off x="5255977" y="4662647"/>
            <a:ext cx="1094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主机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9670AF51-F479-7DD5-7489-DBB926F78229}"/>
              </a:ext>
            </a:extLst>
          </p:cNvPr>
          <p:cNvSpPr txBox="1"/>
          <p:nvPr/>
        </p:nvSpPr>
        <p:spPr>
          <a:xfrm>
            <a:off x="7859597" y="4599325"/>
            <a:ext cx="862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从机</a:t>
            </a:r>
          </a:p>
        </p:txBody>
      </p: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49105FFE-99C9-956B-4E29-683C527554DB}"/>
              </a:ext>
            </a:extLst>
          </p:cNvPr>
          <p:cNvCxnSpPr>
            <a:cxnSpLocks/>
          </p:cNvCxnSpPr>
          <p:nvPr/>
        </p:nvCxnSpPr>
        <p:spPr>
          <a:xfrm flipH="1">
            <a:off x="8722482" y="3626221"/>
            <a:ext cx="12208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686DB90C-87D5-8B3F-F121-3EC2600871C8}"/>
              </a:ext>
            </a:extLst>
          </p:cNvPr>
          <p:cNvCxnSpPr/>
          <p:nvPr/>
        </p:nvCxnSpPr>
        <p:spPr>
          <a:xfrm>
            <a:off x="6350681" y="3891914"/>
            <a:ext cx="1167397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50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37</Words>
  <Application>Microsoft Office PowerPoint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Faker SKT</dc:creator>
  <cp:lastModifiedBy>Faker SKT</cp:lastModifiedBy>
  <cp:revision>13</cp:revision>
  <dcterms:created xsi:type="dcterms:W3CDTF">2025-10-11T16:17:26Z</dcterms:created>
  <dcterms:modified xsi:type="dcterms:W3CDTF">2026-02-10T11:55:13Z</dcterms:modified>
</cp:coreProperties>
</file>